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8FA3C-7005-A1D4-617D-5561BA427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91E477-F65C-DD71-1B48-1DB3BA6F2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6E1979-1C92-3B9C-A116-1891E3F4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A53E2-F811-0A7F-E14B-12C7EA9C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017A0C-39FC-35A0-2C5C-58E65DE1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57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9B9C8-E870-6F62-A860-8ADF73D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B4600-EC12-AB55-6743-E859F8458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F3F29-4111-BE66-FA52-6ADAE4B9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046BD8-EB60-1ADB-8E70-1A2DF2EA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95291E-66CE-B327-CB3A-E220CC28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357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14906-7F1A-07A6-5923-A4170EE0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780462-D5BD-F815-78B3-FCC5D7D5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207002-3DFD-0B49-EF2D-6142B3FE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B97DE7-BAAC-7090-3B51-7C73F253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4622F7-BAED-ACD8-2769-B742BAE5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68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4F40F-D0A5-7C2C-B0C8-202B8297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DE1F7-1C4C-470F-66EB-16B4B538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8ADCED-5376-2B44-EBD7-FCBB5A364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6133A8-5B25-74C9-77E8-B7A3287B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CF349F-BCDD-719C-BD3E-A4434132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225F6E-98F6-9825-50D3-2E2B2897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4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3D56E-9399-4DBC-37E3-498C51BB5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3CA41-B6BF-7C05-CA7C-CF97DBB8A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AD1865-C374-D621-C11E-B5E27A0A4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5F4529-1E63-8AA2-BC0C-75C611FD4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C9E9E5-7D25-0F94-27C6-7D8E03ACE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75A4CA-8255-F077-435E-1975D8D93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E5EBFB-696A-A8C3-96FC-76B00EB2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12BF2-AB52-9774-18A0-8381835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14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99D0E-9D1B-232F-6ADE-289D550B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17A0D2-0847-038A-C0A5-ED87A687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25CD75-5925-CC3A-9695-FC9493FE2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A8F020-4F92-5EE1-93DD-AE9A9297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96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A0B643-9E1E-93FE-42E3-DB751CD1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1658FB-283F-2C77-CEFD-AD6C39D0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53518E-B767-D9C5-F223-ECC92767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6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B9CB3-44DD-AAF7-5558-10CEC6011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A05916-9068-3A8F-E94C-806C1DCBB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8D1535-A943-5A73-5ADD-E2A542FD1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4735B0-EB37-D0FF-6F3C-AF464CA6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BCBC93-2353-B6EF-654E-54CC2143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E8BEFC-8136-B937-9318-4720907A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24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C7D35-F75C-E51F-5177-158403BE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CA0185-9087-EA9F-DF39-360F7390E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93F492-DFAD-DFEB-E412-84A067B32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5E631-44DE-B41D-3125-D9BCF191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10EFEC-3155-6EBC-8807-3378F824B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80B68D-8475-48C0-9530-130F0AB3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70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8F452-F29B-E903-1464-5688F93F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874D07-13B5-6FB9-BB50-AC04D624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4931DB-9EF2-7D32-4D56-11F3EAC3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7115CA-AE4C-25A7-C9E1-60B358DD4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47972B-D23C-3E46-F6DE-81328E83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90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BC3B18-F64F-E0CE-3467-B4A1F39E7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12AB7D-3D86-1522-B38D-0F7BFC487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4A2746-12CE-CEBF-D121-88E61DB8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C251D7-36C2-5C8C-FF06-324C08D6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98BC9E-A1B5-769E-E46D-80BD5E94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71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46893E-5958-0657-781B-A9B8588A0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5913A4-8492-5128-84E6-061FB18F8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76EA82-0C9F-937D-1A66-D50AACE6D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06632-3B50-4B90-BE66-3F7694CEE2D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0CF8AD-584C-FB7E-8176-032D9246F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F9AB08-3737-45EA-C05C-468D4C644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A8897-CDAD-4F42-92E6-09C9A423C0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29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A4DC9-B30A-3C87-E422-68B1A251280E}"/>
              </a:ext>
            </a:extLst>
          </p:cNvPr>
          <p:cNvSpPr txBox="1"/>
          <p:nvPr/>
        </p:nvSpPr>
        <p:spPr>
          <a:xfrm>
            <a:off x="4525033" y="960944"/>
            <a:ext cx="72474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가장 위험하고 급한 환자가 우선적으로 </a:t>
            </a:r>
            <a:endParaRPr lang="en-US" altLang="ko-KR" dirty="0"/>
          </a:p>
          <a:p>
            <a:r>
              <a:rPr lang="ko-KR" altLang="en-US" dirty="0"/>
              <a:t>치료받을 수 있도록 하는 병원의 제한된 자원 할당계획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환자 수용 인원 결정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응급실에 대한 데이터를 찾기 힘들어 일반 병실을 기준으로 모델링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6E8018-B856-7B00-459F-E16503D68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69" y="726109"/>
            <a:ext cx="4354468" cy="22701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C325996-0B39-46C8-64A5-926A1DEE1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69" y="3274828"/>
            <a:ext cx="8913329" cy="20344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2BC8EC-A789-DC57-6D5A-C21D21A4DE39}"/>
              </a:ext>
            </a:extLst>
          </p:cNvPr>
          <p:cNvSpPr txBox="1"/>
          <p:nvPr/>
        </p:nvSpPr>
        <p:spPr>
          <a:xfrm>
            <a:off x="5103628" y="2278244"/>
            <a:ext cx="73645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Ex) Night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응급환자가 더 많으므로 </a:t>
            </a:r>
            <a:r>
              <a:rPr lang="en-US" altLang="ko-KR" dirty="0"/>
              <a:t>night</a:t>
            </a:r>
            <a:r>
              <a:rPr lang="ko-KR" altLang="en-US" dirty="0"/>
              <a:t>의 환자를 더 많이 받는다 </a:t>
            </a:r>
            <a:r>
              <a:rPr lang="en-US" altLang="ko-KR" dirty="0"/>
              <a:t>/</a:t>
            </a:r>
          </a:p>
          <a:p>
            <a:r>
              <a:rPr lang="ko-KR" altLang="en-US" dirty="0"/>
              <a:t>환자 유형별로 같은</a:t>
            </a:r>
            <a:r>
              <a:rPr lang="en-US" altLang="ko-KR" dirty="0"/>
              <a:t>(</a:t>
            </a:r>
            <a:r>
              <a:rPr lang="ko-KR" altLang="en-US" dirty="0"/>
              <a:t>비슷한</a:t>
            </a:r>
            <a:r>
              <a:rPr lang="en-US" altLang="ko-KR" dirty="0"/>
              <a:t>)</a:t>
            </a:r>
            <a:r>
              <a:rPr lang="ko-KR" altLang="en-US" dirty="0"/>
              <a:t> 수의 환자를 받는다 등과 같은</a:t>
            </a:r>
            <a:endParaRPr lang="en-US" altLang="ko-KR" dirty="0"/>
          </a:p>
          <a:p>
            <a:r>
              <a:rPr lang="ko-KR" altLang="en-US" dirty="0" err="1"/>
              <a:t>의미있는</a:t>
            </a:r>
            <a:r>
              <a:rPr lang="ko-KR" altLang="en-US" dirty="0"/>
              <a:t> 결과를 도출하는 것을 목표로 함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0449572-4DA3-EE09-30C1-422824AEA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2236" y="3656427"/>
            <a:ext cx="4307030" cy="29528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57DBBF-F9CD-4CAF-9BF9-C6083CE0FF4D}"/>
              </a:ext>
            </a:extLst>
          </p:cNvPr>
          <p:cNvSpPr txBox="1"/>
          <p:nvPr/>
        </p:nvSpPr>
        <p:spPr>
          <a:xfrm>
            <a:off x="5335479" y="124388"/>
            <a:ext cx="6234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환자를 몇 명 받을지 결정하는 행위는 병원의 제한된 자원을 가장 효율적이고 윤리적으로 배분</a:t>
            </a:r>
            <a:r>
              <a:rPr lang="en-US" altLang="ko-KR" dirty="0"/>
              <a:t>(</a:t>
            </a:r>
            <a:r>
              <a:rPr lang="ko-KR" altLang="en-US" dirty="0"/>
              <a:t>할당</a:t>
            </a:r>
            <a:r>
              <a:rPr lang="en-US" altLang="ko-KR" dirty="0"/>
              <a:t>)</a:t>
            </a:r>
            <a:r>
              <a:rPr lang="ko-KR" altLang="en-US" dirty="0"/>
              <a:t>하는 계획을 세우는 것과 같다</a:t>
            </a:r>
          </a:p>
        </p:txBody>
      </p:sp>
    </p:spTree>
    <p:extLst>
      <p:ext uri="{BB962C8B-B14F-4D97-AF65-F5344CB8AC3E}">
        <p14:creationId xmlns:p14="http://schemas.microsoft.com/office/powerpoint/2010/main" val="3970293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7CDF34-427D-ABAC-173F-6DDBC3E68849}"/>
                  </a:ext>
                </a:extLst>
              </p:cNvPr>
              <p:cNvSpPr txBox="1"/>
              <p:nvPr/>
            </p:nvSpPr>
            <p:spPr>
              <a:xfrm>
                <a:off x="295835" y="559883"/>
                <a:ext cx="1673663" cy="3108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정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변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𝑖𝑗𝑘𝑙𝑚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7CDF34-427D-ABAC-173F-6DDBC3E68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35" y="559883"/>
                <a:ext cx="1673663" cy="310854"/>
              </a:xfrm>
              <a:prstGeom prst="rect">
                <a:avLst/>
              </a:prstGeom>
              <a:blipFill>
                <a:blip r:embed="rId2"/>
                <a:stretch>
                  <a:fillRect l="-3650" t="-5882" r="-730" b="-235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2C76E4-659B-D6A2-61A8-EE87B4F28AFE}"/>
                  </a:ext>
                </a:extLst>
              </p:cNvPr>
              <p:cNvSpPr txBox="1"/>
              <p:nvPr/>
            </p:nvSpPr>
            <p:spPr>
              <a:xfrm>
                <a:off x="361348" y="1128979"/>
                <a:ext cx="664093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𝑖𝑗𝑘𝑙𝑚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2C76E4-659B-D6A2-61A8-EE87B4F28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8" y="1128979"/>
                <a:ext cx="664093" cy="299313"/>
              </a:xfrm>
              <a:prstGeom prst="rect">
                <a:avLst/>
              </a:prstGeom>
              <a:blipFill>
                <a:blip r:embed="rId3"/>
                <a:stretch>
                  <a:fillRect l="-5505" r="-1835" b="-244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10258B-1A86-FDAA-85E4-D005B490E9D9}"/>
                  </a:ext>
                </a:extLst>
              </p:cNvPr>
              <p:cNvSpPr txBox="1"/>
              <p:nvPr/>
            </p:nvSpPr>
            <p:spPr>
              <a:xfrm>
                <a:off x="361348" y="1632659"/>
                <a:ext cx="697820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𝑖𝑗𝑘𝑙𝑚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10258B-1A86-FDAA-85E4-D005B490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8" y="1632659"/>
                <a:ext cx="697820" cy="299313"/>
              </a:xfrm>
              <a:prstGeom prst="rect">
                <a:avLst/>
              </a:prstGeom>
              <a:blipFill>
                <a:blip r:embed="rId4"/>
                <a:stretch>
                  <a:fillRect l="-5217" r="-870" b="-244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FD7BC1-1590-6D0A-DC2B-95750BEA4D83}"/>
                  </a:ext>
                </a:extLst>
              </p:cNvPr>
              <p:cNvSpPr txBox="1"/>
              <p:nvPr/>
            </p:nvSpPr>
            <p:spPr>
              <a:xfrm>
                <a:off x="361349" y="2136339"/>
                <a:ext cx="4497065" cy="1130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목</m:t>
                    </m:r>
                  </m:oMath>
                </a14:m>
                <a:r>
                  <a:rPr lang="ko-KR" altLang="en-US" dirty="0"/>
                  <a:t>적함수 </a:t>
                </a:r>
                <a:endParaRPr lang="en-US" altLang="ko-KR" dirty="0"/>
              </a:p>
              <a:p>
                <a:r>
                  <a:rPr lang="en-US" altLang="ko-KR" dirty="0"/>
                  <a:t>Minimize z =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𝛴𝛴𝛴𝛴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𝑖𝑗𝑘𝑙𝑚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𝑖𝑗𝑘𝑙𝑚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𝑖𝑗𝑘𝑙𝑚</m:t>
                        </m:r>
                      </m:sub>
                    </m:sSub>
                  </m:oMath>
                </a14:m>
                <a:r>
                  <a:rPr lang="en-US" altLang="ko-KR" dirty="0"/>
                  <a:t>) </a:t>
                </a:r>
              </a:p>
              <a:p>
                <a:r>
                  <a:rPr lang="en-US" altLang="ko-KR" dirty="0"/>
                  <a:t>For all 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, j, k, l, m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FD7BC1-1590-6D0A-DC2B-95750BEA4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9" y="2136339"/>
                <a:ext cx="4497065" cy="1130309"/>
              </a:xfrm>
              <a:prstGeom prst="rect">
                <a:avLst/>
              </a:prstGeom>
              <a:blipFill>
                <a:blip r:embed="rId5"/>
                <a:stretch>
                  <a:fillRect l="-3117" t="-6989" r="-21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AE318AF-A825-E237-609B-F207704005D3}"/>
              </a:ext>
            </a:extLst>
          </p:cNvPr>
          <p:cNvSpPr txBox="1"/>
          <p:nvPr/>
        </p:nvSpPr>
        <p:spPr>
          <a:xfrm>
            <a:off x="5088312" y="288031"/>
            <a:ext cx="794159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주요 제약조건 </a:t>
            </a:r>
            <a:r>
              <a:rPr lang="en-US" altLang="ko-KR" dirty="0"/>
              <a:t>(3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간호 인력 제약 조건 </a:t>
            </a:r>
            <a:r>
              <a:rPr lang="en-US" altLang="ko-KR" dirty="0"/>
              <a:t>(Day, Eve, </a:t>
            </a:r>
            <a:r>
              <a:rPr lang="en-US" altLang="ko-KR" dirty="0" err="1"/>
              <a:t>Nignt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Day</a:t>
            </a:r>
            <a:r>
              <a:rPr lang="ko-KR" altLang="en-US" dirty="0"/>
              <a:t> 환자들이 필요한 간호시간 </a:t>
            </a:r>
            <a:r>
              <a:rPr lang="en-US" altLang="ko-KR" dirty="0"/>
              <a:t>&lt;= Day </a:t>
            </a:r>
            <a:r>
              <a:rPr lang="ko-KR" altLang="en-US" dirty="0"/>
              <a:t>간호사 수 </a:t>
            </a:r>
            <a:r>
              <a:rPr lang="en-US" altLang="ko-KR" dirty="0"/>
              <a:t>* </a:t>
            </a:r>
            <a:r>
              <a:rPr lang="ko-KR" altLang="en-US" dirty="0"/>
              <a:t>근무시간</a:t>
            </a:r>
            <a:endParaRPr lang="en-US" altLang="ko-KR" dirty="0"/>
          </a:p>
          <a:p>
            <a:r>
              <a:rPr lang="en-US" altLang="ko-KR" dirty="0"/>
              <a:t>Eve </a:t>
            </a:r>
            <a:r>
              <a:rPr lang="ko-KR" altLang="en-US" dirty="0"/>
              <a:t>환자들이 필요한 간호시간 </a:t>
            </a:r>
            <a:r>
              <a:rPr lang="en-US" altLang="ko-KR" dirty="0"/>
              <a:t>&lt;= Eve </a:t>
            </a:r>
            <a:r>
              <a:rPr lang="ko-KR" altLang="en-US" dirty="0"/>
              <a:t>간호사 수 </a:t>
            </a:r>
            <a:r>
              <a:rPr lang="en-US" altLang="ko-KR" dirty="0"/>
              <a:t>* </a:t>
            </a:r>
            <a:r>
              <a:rPr lang="ko-KR" altLang="en-US" dirty="0"/>
              <a:t>근무시간</a:t>
            </a:r>
            <a:endParaRPr lang="en-US" altLang="ko-KR" dirty="0"/>
          </a:p>
          <a:p>
            <a:r>
              <a:rPr lang="en-US" altLang="ko-KR" dirty="0"/>
              <a:t>Night </a:t>
            </a:r>
            <a:r>
              <a:rPr lang="ko-KR" altLang="en-US" dirty="0"/>
              <a:t>환자들이 필요한 간호시간 </a:t>
            </a:r>
            <a:r>
              <a:rPr lang="en-US" altLang="ko-KR" dirty="0"/>
              <a:t>&lt;= Night </a:t>
            </a:r>
            <a:r>
              <a:rPr lang="ko-KR" altLang="en-US" dirty="0"/>
              <a:t>간호사 수 </a:t>
            </a:r>
            <a:r>
              <a:rPr lang="en-US" altLang="ko-KR" dirty="0"/>
              <a:t>* </a:t>
            </a:r>
            <a:r>
              <a:rPr lang="ko-KR" altLang="en-US" dirty="0"/>
              <a:t>근무시간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간호시간은 </a:t>
            </a:r>
            <a:r>
              <a:rPr lang="en-US" altLang="ko-KR" dirty="0"/>
              <a:t>j(</a:t>
            </a:r>
            <a:r>
              <a:rPr lang="ko-KR" altLang="en-US" dirty="0"/>
              <a:t>중환자</a:t>
            </a:r>
            <a:r>
              <a:rPr lang="en-US" altLang="ko-KR" dirty="0"/>
              <a:t>/</a:t>
            </a:r>
            <a:r>
              <a:rPr lang="ko-KR" altLang="en-US" dirty="0"/>
              <a:t>일반환자</a:t>
            </a:r>
            <a:r>
              <a:rPr lang="en-US" altLang="ko-KR" dirty="0"/>
              <a:t>)</a:t>
            </a:r>
            <a:r>
              <a:rPr lang="ko-KR" altLang="en-US" dirty="0"/>
              <a:t>에 따라 달라지며 </a:t>
            </a:r>
            <a:endParaRPr lang="en-US" altLang="ko-KR" dirty="0"/>
          </a:p>
          <a:p>
            <a:r>
              <a:rPr lang="ko-KR" altLang="en-US" dirty="0"/>
              <a:t>중환자가 일반환자에 비해 간호시간이 더 많이 필요함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의료인의 종류를 </a:t>
            </a:r>
            <a:r>
              <a:rPr lang="ko-KR" altLang="en-US" dirty="0" err="1"/>
              <a:t>나눌것인지</a:t>
            </a:r>
            <a:r>
              <a:rPr lang="en-US" altLang="ko-KR" dirty="0"/>
              <a:t>.. (</a:t>
            </a:r>
            <a:r>
              <a:rPr lang="ko-KR" altLang="en-US" dirty="0"/>
              <a:t>의사</a:t>
            </a:r>
            <a:r>
              <a:rPr lang="en-US" altLang="ko-KR" dirty="0"/>
              <a:t>, </a:t>
            </a:r>
            <a:r>
              <a:rPr lang="ko-KR" altLang="en-US" dirty="0"/>
              <a:t>간호사</a:t>
            </a:r>
            <a:r>
              <a:rPr lang="en-US" altLang="ko-KR" dirty="0"/>
              <a:t>, </a:t>
            </a:r>
            <a:r>
              <a:rPr lang="ko-KR" altLang="en-US" dirty="0"/>
              <a:t>간호조무사</a:t>
            </a:r>
            <a:r>
              <a:rPr lang="en-US" altLang="ko-KR" dirty="0"/>
              <a:t>…)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유형별 병실 수 제약</a:t>
            </a:r>
            <a:endParaRPr lang="en-US" altLang="ko-KR" dirty="0"/>
          </a:p>
          <a:p>
            <a:r>
              <a:rPr lang="ko-KR" altLang="en-US" dirty="0"/>
              <a:t>중환자실</a:t>
            </a:r>
            <a:r>
              <a:rPr lang="en-US" altLang="ko-KR" dirty="0"/>
              <a:t>/</a:t>
            </a:r>
            <a:r>
              <a:rPr lang="ko-KR" altLang="en-US" dirty="0"/>
              <a:t>여자 일반병실</a:t>
            </a:r>
            <a:r>
              <a:rPr lang="en-US" altLang="ko-KR" dirty="0"/>
              <a:t>/</a:t>
            </a:r>
            <a:r>
              <a:rPr lang="ko-KR" altLang="en-US" dirty="0"/>
              <a:t>남자 일반병실</a:t>
            </a:r>
            <a:r>
              <a:rPr lang="en-US" altLang="ko-KR" dirty="0"/>
              <a:t>(3</a:t>
            </a:r>
            <a:r>
              <a:rPr lang="ko-KR" altLang="en-US" dirty="0"/>
              <a:t>종류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각각 몇 인실 병실 몇 개 </a:t>
            </a:r>
            <a:endParaRPr lang="en-US" altLang="ko-KR" dirty="0"/>
          </a:p>
          <a:p>
            <a:r>
              <a:rPr lang="ko-KR" altLang="en-US" dirty="0"/>
              <a:t>중환자의 수는 중환자실 침상 수를 넘을 수 없다</a:t>
            </a:r>
            <a:endParaRPr lang="en-US" altLang="ko-KR" dirty="0"/>
          </a:p>
          <a:p>
            <a:r>
              <a:rPr lang="ko-KR" altLang="en-US" dirty="0"/>
              <a:t>여성 일반환자 수는 여성 일반병실 침상 수를 넘을 수 없다</a:t>
            </a:r>
            <a:endParaRPr lang="en-US" altLang="ko-KR" dirty="0"/>
          </a:p>
          <a:p>
            <a:r>
              <a:rPr lang="ko-KR" altLang="en-US" dirty="0"/>
              <a:t>남성 일반환자 수는 남성 일반병실 침상 수를 넘을 수 없다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정수조건 </a:t>
            </a:r>
            <a:r>
              <a:rPr lang="en-US" altLang="ko-KR" dirty="0"/>
              <a:t>, nonnegative </a:t>
            </a:r>
            <a:r>
              <a:rPr lang="ko-KR" altLang="en-US" dirty="0"/>
              <a:t>조건</a:t>
            </a:r>
            <a:endParaRPr lang="en-US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BF6673-6291-C002-6F91-558865C55887}"/>
                  </a:ext>
                </a:extLst>
              </p:cNvPr>
              <p:cNvSpPr txBox="1"/>
              <p:nvPr/>
            </p:nvSpPr>
            <p:spPr>
              <a:xfrm>
                <a:off x="1276656" y="3955937"/>
                <a:ext cx="8826568" cy="234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err="1"/>
                  <a:t>i</a:t>
                </a:r>
                <a:r>
                  <a:rPr lang="en-US" altLang="ko-KR" dirty="0"/>
                  <a:t> : </a:t>
                </a:r>
                <a:r>
                  <a:rPr lang="ko-KR" altLang="en-US" dirty="0"/>
                  <a:t>진료과목</a:t>
                </a:r>
                <a:endParaRPr lang="en-US" altLang="ko-KR" dirty="0"/>
              </a:p>
              <a:p>
                <a:r>
                  <a:rPr lang="en-US" altLang="ko-KR" dirty="0"/>
                  <a:t>j : </a:t>
                </a:r>
                <a:r>
                  <a:rPr lang="ko-KR" altLang="en-US" dirty="0"/>
                  <a:t>중환자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일반환자</a:t>
                </a:r>
                <a:endParaRPr lang="en-US" altLang="ko-KR" dirty="0"/>
              </a:p>
              <a:p>
                <a:r>
                  <a:rPr lang="en-US" altLang="ko-KR" dirty="0"/>
                  <a:t>k : </a:t>
                </a:r>
                <a:r>
                  <a:rPr lang="ko-KR" altLang="en-US" dirty="0"/>
                  <a:t>성별</a:t>
                </a:r>
                <a:endParaRPr lang="en-US" altLang="ko-KR" dirty="0"/>
              </a:p>
              <a:p>
                <a:r>
                  <a:rPr lang="en-US" altLang="ko-KR" dirty="0"/>
                  <a:t>l : </a:t>
                </a:r>
                <a:r>
                  <a:rPr lang="ko-KR" altLang="en-US" dirty="0" err="1"/>
                  <a:t>나이대</a:t>
                </a:r>
                <a:endParaRPr lang="en-US" altLang="ko-KR" dirty="0"/>
              </a:p>
              <a:p>
                <a:r>
                  <a:rPr lang="en-US" altLang="ko-KR" dirty="0"/>
                  <a:t>m : </a:t>
                </a:r>
                <a:r>
                  <a:rPr lang="ko-KR" altLang="en-US" dirty="0"/>
                  <a:t>들어온 시간대 </a:t>
                </a:r>
                <a:r>
                  <a:rPr lang="en-US" altLang="ko-KR" dirty="0"/>
                  <a:t>(Day, Eve, Night)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각 인덱스의 종류별로 위험도 지정해서</a:t>
                </a:r>
                <a:endParaRPr lang="en-US" altLang="ko-KR" dirty="0"/>
              </a:p>
              <a:p>
                <a:r>
                  <a:rPr lang="ko-KR" altLang="en-US" dirty="0"/>
                  <a:t>조합된 인덱스의 위험도를 각각 곱해 최종 환자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𝑖𝑗𝑘𝑙𝑚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/>
                  <a:t> 위험도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𝑖𝑗𝑘𝑙𝑚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계산 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BF6673-6291-C002-6F91-558865C55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656" y="3955937"/>
                <a:ext cx="8826568" cy="2342180"/>
              </a:xfrm>
              <a:prstGeom prst="rect">
                <a:avLst/>
              </a:prstGeom>
              <a:blipFill>
                <a:blip r:embed="rId6"/>
                <a:stretch>
                  <a:fillRect l="-552" t="-1563" b="-20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74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282</Words>
  <Application>Microsoft Office PowerPoint</Application>
  <PresentationFormat>와이드스크린</PresentationFormat>
  <Paragraphs>40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Jiyoung Kim</dc:creator>
  <cp:lastModifiedBy>Jiyoung Kim</cp:lastModifiedBy>
  <cp:revision>12</cp:revision>
  <dcterms:created xsi:type="dcterms:W3CDTF">2025-11-10T16:19:51Z</dcterms:created>
  <dcterms:modified xsi:type="dcterms:W3CDTF">2025-11-11T04:20:03Z</dcterms:modified>
</cp:coreProperties>
</file>